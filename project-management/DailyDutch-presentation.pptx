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15"/>
    <p:sldId id="260" r:id="rId6"/>
    <p:sldId id="261" r:id="rId7"/>
    <p:sldId id="265" r:id="rId16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 in one sentence: DailyDutch is a free website that teaches Dutch from zero to everyday level in 120 short daily lessons. I ran this project alone, from 15 to 29 October, and I'll walk through it the way we studied: charter, scope, stakeholders, plan, risks, testing and launch, and 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charter is the one-page agreement that started the project. The business case: newcomers need Dutch quickly, and most apps cost money, need an account, or use words you haven't learned yet. Objectives were set SMART: 120 lessons, only already-taught words, a review system, works on a phone, and online for free — all by 29 October with zero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down what is out of scope protected the two-week timeline. Accounts or a mobile app store version would need servers, privacy work and money — so they were explicitly excluded and parked as ideas for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lecturer has high power and high interest, so I managed that relationship closely with updates and the final sign-off. Learners and test users have high interest but low power: I kept them informed and collected their feedback during testing. The hosting provider and the open-data sources: keep satisfied and monitor — stay within the free plan and credit the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 was split into eight phases over fifteen days. Planning came first, then a small working version to prove the idea, then the full content, then a full testing day before going live on 28 October. The last day is closure: this presentation, lessons learned and sign-off. Everything was delivered on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Risks were scored on probability times impact, from 1 to 5 each. The two biggest — running out of time as a one-person team, and mistakes in the Dutch — were handled with a small first version and a dedicated testing day. Being a solo project was itself a risk: no backup person, so the plan kept a buffer day for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was checked in three ways: an automatic check that blocks any lesson using a word that wasn't taught yet, a full read-through of the lessons, and a day of real use on phone and laptop. On 28 October the website was published on Vercel, a free hosting service: every update I save is published automatically. Learners simply open the link, and can add it to their phone's home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objectives were met on time and within the zero budget, and the Definition of Done is complete: built, tested, live and presented. What I'd keep: start small, write down what's out of scope, and automate the most important quality rule. What I'd change: test with real users and go live earlier instead of at the end, and write the charter and risk list before starting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DailyDutch · Tobbisch Amiri · SRH Haarlem · Project Management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DailyDutch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Free daily Dutch lessons for newcomers — a project from idea to launch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Tobbisch Amiri · Project Management · SRH Haarlem University of Applied Sciences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15 – 31 October 2026 · dailydutch.vercel.app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charter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Why this project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1945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International students and newcomers need everyday Dutch fast. Most apps cost money, need an account, or use words the learner has never seen.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Goal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519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free website with one short Dutch lesson per day — no login, no ads.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0" y="13716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7220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Project manager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Tobbisch Amiri (solo)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823960" y="13716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52560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Sponsor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0525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Course lecturer, SRH Haarlem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943600" y="25146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72200" y="2679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Timeline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15 – 29 October 2026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823960" y="25146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052560" y="2679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Budget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€0 (free tools and hosting)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SMART objectives (all by 29 Oct)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420624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120 daily lessons, beginner to A2 level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sentence uses only words already taught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Built-in review so words are remembered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Works on a phone, also offline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Online and free for everyone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in and out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In scope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24028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120 daily lessons: words, grammar, conversation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Review of learned words (spaced repetition)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Personal word list and daily streak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Listen to Dutch pronunciation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Use on phone, also offline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Testing and public launch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06640" y="1371600"/>
            <a:ext cx="4251960" cy="46634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Out of scope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24028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User accounts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Payments or ads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App-store apps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Advanced levels (B1+)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Teacher dashboards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Stakeholders: power × interest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1463040" y="1371600"/>
            <a:ext cx="4937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73736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Keep satisfied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2240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Hosting provider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Stay within the free plan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37960" y="1371600"/>
            <a:ext cx="4937760" cy="2240280"/>
          </a:xfrm>
          <a:prstGeom prst="roundRect">
            <a:avLst>
              <a:gd name="adj" fmla="val 489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1645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Manage closely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2240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Course lecturer (sponsor)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Updates, approval, sign-off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463040" y="3749040"/>
            <a:ext cx="4937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37360" y="4023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Monitor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46177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Open-data sources (word lists)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Correct credit to the source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37960" y="3749040"/>
            <a:ext cx="49377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12280" y="4023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Keep informed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46177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Learners, classmates, test users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Try the app, give feedback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Power ↑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0" y="6080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Interest →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and schedule: 15 – 29 October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3840480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352544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864608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376672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18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88736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19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912864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24928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936992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49056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24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25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473184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985248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27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497312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28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009376" y="1325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29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October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1645920"/>
            <a:ext cx="1097280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17647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Initiation: idea, charter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877056" y="1755648"/>
            <a:ext cx="438912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22677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Planning: scope, stakeholders, risks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389120" y="2258568"/>
            <a:ext cx="950976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2651760"/>
            <a:ext cx="1097280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27706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Design: lesson format and structure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13248" y="2761488"/>
            <a:ext cx="1463040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32735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first version + first lessons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949440" y="3264408"/>
            <a:ext cx="1975104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3657600"/>
            <a:ext cx="1097280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" y="3776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All 120 lessons, audio, phone use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997696" y="3767328"/>
            <a:ext cx="950976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42793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Testing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021824" y="4270248"/>
            <a:ext cx="438912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8640" y="4663440"/>
            <a:ext cx="1097280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47823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 (deployment)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10533888" y="4773168"/>
            <a:ext cx="438912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" y="52852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Closure: presentation, sign-off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11045952" y="5276088"/>
            <a:ext cx="438912" cy="329184"/>
          </a:xfrm>
          <a:prstGeom prst="roundRect">
            <a:avLst>
              <a:gd name="adj" fmla="val 2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Milestones: charter 15 Oct · first version 24 Oct · tested 27 Oct · live planned 28 Oct, actual 31 Oct (+3 days)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188720"/>
                <a:gridCol w="53035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2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finished in two weeks (one-person team)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first version, then expand; fixed daily plan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mistakes in the lessons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word check + full read-through on test 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 (accounts, apps, more levels)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06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out-of-scope list, ideas parked for later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lose progress on a new device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061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Accepted: no accounts by design, explained to 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problems with hosting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simple hosting; can move to another host in minutes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Score = probability × impact. All risks had an owner (Tobbisch Amiri) and were reviewed daily.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launch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492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Testing · 27 Oct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2402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Automatic check: every lesson uses only words already taught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Read-through of all 120 lessons for language and story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Real-use test on phone and laptop; small fixes made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3640" y="1371600"/>
            <a:ext cx="5349240" cy="3246120"/>
          </a:xfrm>
          <a:prstGeom prst="roundRect">
            <a:avLst>
              <a:gd name="adj" fmla="val 338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Launch · 31 Oct (planned 28 Oct)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2402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Live at dailydutch.vercel.app (Vercel, free hosting)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Every saved update goes live automatically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Learners open one link — no login, can install on phone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46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lessons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4846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1,822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words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4846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untaught-word errors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4846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905256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Closure: results and lessons learned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" y="1691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8346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objectives met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live 3 days late · €0 budget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Definition of Done complete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343400" y="137160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Keep doing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617720" y="2240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Start small, then grow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Write down what is out of scope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Automate the key quality rule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38160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Do better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24028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Test with real users earlier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 live early, not at the end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Charter and risks before any work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 je wel — questions? · dailydutch.vercel.app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worked: method and roles</a:t>
            </a:r>
            <a:endParaRPr lang="en-US" sz="3400" dirty="0"/>
          </a:p>
        </p:txBody>
      </p:sp>
      <p:sp>
        <p:nvSpPr>
          <p:cNvPr id="101" name="Card 101"/>
          <p:cNvSpPr/>
          <p:nvPr/>
        </p:nvSpPr>
        <p:spPr>
          <a:xfrm>
            <a:off x="548640" y="1371600"/>
            <a:ext cx="534924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</p:sp>
      <p:sp>
        <p:nvSpPr>
          <p:cNvPr id="102" name="Text 102"/>
          <p:cNvSpPr txBox="1"/>
          <p:nvPr/>
        </p:nvSpPr>
        <p:spPr>
          <a:xfrm>
            <a:off x="868680" y="16459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accent1"/>
                </a:solidFill>
              </a:rPr>
              <a:t>Method: iterative, Agile-style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868680" y="2240280"/>
            <a:ext cx="47091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 a small working version first (MVP): lesson format, 3 lessons, review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Then grow in small steps: more lessons, audio, phone use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MoSCoW priorities to keep scope under control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Progress tracked in PLAN.md (Done / Next) and Git commits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6263640" y="1645920"/>
            <a:ext cx="53492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One person, four roles</a:t>
            </a:r>
          </a:p>
        </p:txBody>
      </p:sp>
      <p:sp>
        <p:nvSpPr>
          <p:cNvPr id="105" name="Card 105"/>
          <p:cNvSpPr/>
          <p:nvPr/>
        </p:nvSpPr>
        <p:spPr>
          <a:xfrm>
            <a:off x="6263640" y="2240280"/>
            <a:ext cx="2583180" cy="123444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</p:sp>
      <p:sp>
        <p:nvSpPr>
          <p:cNvPr id="106" name="Text 106"/>
          <p:cNvSpPr txBox="1"/>
          <p:nvPr/>
        </p:nvSpPr>
        <p:spPr>
          <a:xfrm>
            <a:off x="6492240" y="2468880"/>
            <a:ext cx="21259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Project manager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Plan, schedule, risks, reporting</a:t>
            </a:r>
          </a:p>
        </p:txBody>
      </p:sp>
      <p:sp>
        <p:nvSpPr>
          <p:cNvPr id="107" name="Card 107"/>
          <p:cNvSpPr/>
          <p:nvPr/>
        </p:nvSpPr>
        <p:spPr>
          <a:xfrm>
            <a:off x="9029700" y="2240280"/>
            <a:ext cx="2583180" cy="1234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</p:sp>
      <p:sp>
        <p:nvSpPr>
          <p:cNvPr id="108" name="Text 108"/>
          <p:cNvSpPr txBox="1"/>
          <p:nvPr/>
        </p:nvSpPr>
        <p:spPr>
          <a:xfrm>
            <a:off x="9258300" y="2468880"/>
            <a:ext cx="21259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Developer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App, tooling, tests, deployment</a:t>
            </a:r>
          </a:p>
        </p:txBody>
      </p:sp>
      <p:sp>
        <p:nvSpPr>
          <p:cNvPr id="109" name="Card 109"/>
          <p:cNvSpPr/>
          <p:nvPr/>
        </p:nvSpPr>
        <p:spPr>
          <a:xfrm>
            <a:off x="6263640" y="3657600"/>
            <a:ext cx="2583180" cy="1234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</p:sp>
      <p:sp>
        <p:nvSpPr>
          <p:cNvPr id="110" name="Text 110"/>
          <p:cNvSpPr txBox="1"/>
          <p:nvPr/>
        </p:nvSpPr>
        <p:spPr>
          <a:xfrm>
            <a:off x="6492240" y="3886200"/>
            <a:ext cx="21259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Content author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120 lessons, word list, Dutch quality</a:t>
            </a:r>
          </a:p>
        </p:txBody>
      </p:sp>
      <p:sp>
        <p:nvSpPr>
          <p:cNvPr id="111" name="Card 111"/>
          <p:cNvSpPr/>
          <p:nvPr/>
        </p:nvSpPr>
        <p:spPr>
          <a:xfrm>
            <a:off x="9029700" y="3657600"/>
            <a:ext cx="2583180" cy="1234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</p:sp>
      <p:sp>
        <p:nvSpPr>
          <p:cNvPr id="112" name="Text 112"/>
          <p:cNvSpPr txBox="1"/>
          <p:nvPr/>
        </p:nvSpPr>
        <p:spPr>
          <a:xfrm>
            <a:off x="9258300" y="3886200"/>
            <a:ext cx="21259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Tester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Automatic checks, read-through, real use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6263640" y="5120640"/>
            <a:ext cx="5349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Feedback from: </a:t>
            </a:r>
            <a:r>
              <a:rPr lang="en-US" sz="1400" dirty="0">
                <a:solidFill>
                  <a:schemeClr val="tx2"/>
                </a:solidFill>
              </a:rPr>
              <a:t>course lecturer (sponsor), classmates and test users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</a:t>
            </a:r>
            <a:endParaRPr lang="en-US" sz="3400" dirty="0"/>
          </a:p>
        </p:txBody>
      </p:sp>
      <p:sp>
        <p:nvSpPr>
          <p:cNvPr id="114" name="Card 114"/>
          <p:cNvSpPr/>
          <p:nvPr/>
        </p:nvSpPr>
        <p:spPr>
          <a:xfrm>
            <a:off x="548640" y="1371600"/>
            <a:ext cx="2225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</p:sp>
      <p:sp>
        <p:nvSpPr>
          <p:cNvPr id="115" name="Text 115"/>
          <p:cNvSpPr txBox="1"/>
          <p:nvPr/>
        </p:nvSpPr>
        <p:spPr>
          <a:xfrm>
            <a:off x="777240" y="1645920"/>
            <a:ext cx="1767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</a:rPr>
              <a:t>01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777240" y="2240280"/>
            <a:ext cx="17678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Daily lesson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Words → grammar → dialogue, with exercises</a:t>
            </a:r>
          </a:p>
        </p:txBody>
      </p:sp>
      <p:sp>
        <p:nvSpPr>
          <p:cNvPr id="117" name="Card 117"/>
          <p:cNvSpPr/>
          <p:nvPr/>
        </p:nvSpPr>
        <p:spPr>
          <a:xfrm>
            <a:off x="2956560" y="1371600"/>
            <a:ext cx="2225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</p:sp>
      <p:sp>
        <p:nvSpPr>
          <p:cNvPr id="118" name="Text 118"/>
          <p:cNvSpPr txBox="1"/>
          <p:nvPr/>
        </p:nvSpPr>
        <p:spPr>
          <a:xfrm>
            <a:off x="3185160" y="1645920"/>
            <a:ext cx="1767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</a:rPr>
              <a:t>02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3185160" y="2240280"/>
            <a:ext cx="17678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Review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Spaced repetition so words stick</a:t>
            </a:r>
          </a:p>
        </p:txBody>
      </p:sp>
      <p:sp>
        <p:nvSpPr>
          <p:cNvPr id="120" name="Card 120"/>
          <p:cNvSpPr/>
          <p:nvPr/>
        </p:nvSpPr>
        <p:spPr>
          <a:xfrm>
            <a:off x="5364480" y="1371600"/>
            <a:ext cx="2225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</p:sp>
      <p:sp>
        <p:nvSpPr>
          <p:cNvPr id="121" name="Text 121"/>
          <p:cNvSpPr txBox="1"/>
          <p:nvPr/>
        </p:nvSpPr>
        <p:spPr>
          <a:xfrm>
            <a:off x="5593080" y="1645920"/>
            <a:ext cx="1767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</a:rPr>
              <a:t>03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593080" y="2240280"/>
            <a:ext cx="17678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Home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Today's lesson, words due, daily streak</a:t>
            </a:r>
          </a:p>
        </p:txBody>
      </p:sp>
      <p:sp>
        <p:nvSpPr>
          <p:cNvPr id="123" name="Card 123"/>
          <p:cNvSpPr/>
          <p:nvPr/>
        </p:nvSpPr>
        <p:spPr>
          <a:xfrm>
            <a:off x="548640" y="3749040"/>
            <a:ext cx="2225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</p:sp>
      <p:sp>
        <p:nvSpPr>
          <p:cNvPr id="124" name="Text 124"/>
          <p:cNvSpPr txBox="1"/>
          <p:nvPr/>
        </p:nvSpPr>
        <p:spPr>
          <a:xfrm>
            <a:off x="777240" y="4023360"/>
            <a:ext cx="1767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</a:rPr>
              <a:t>04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777240" y="4617720"/>
            <a:ext cx="17678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My words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Add your own words to the review</a:t>
            </a:r>
          </a:p>
        </p:txBody>
      </p:sp>
      <p:sp>
        <p:nvSpPr>
          <p:cNvPr id="126" name="Card 126"/>
          <p:cNvSpPr/>
          <p:nvPr/>
        </p:nvSpPr>
        <p:spPr>
          <a:xfrm>
            <a:off x="2956560" y="3749040"/>
            <a:ext cx="2225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</p:sp>
      <p:sp>
        <p:nvSpPr>
          <p:cNvPr id="127" name="Text 127"/>
          <p:cNvSpPr txBox="1"/>
          <p:nvPr/>
        </p:nvSpPr>
        <p:spPr>
          <a:xfrm>
            <a:off x="3185160" y="4023360"/>
            <a:ext cx="1767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</a:rPr>
              <a:t>05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3185160" y="4617720"/>
            <a:ext cx="17678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Listen + Sounds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Dutch voice and a pronunciation page</a:t>
            </a:r>
          </a:p>
        </p:txBody>
      </p:sp>
      <p:sp>
        <p:nvSpPr>
          <p:cNvPr id="129" name="Card 129"/>
          <p:cNvSpPr/>
          <p:nvPr/>
        </p:nvSpPr>
        <p:spPr>
          <a:xfrm>
            <a:off x="5364480" y="3749040"/>
            <a:ext cx="2225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</p:spPr>
      </p:sp>
      <p:sp>
        <p:nvSpPr>
          <p:cNvPr id="130" name="Text 130"/>
          <p:cNvSpPr txBox="1"/>
          <p:nvPr/>
        </p:nvSpPr>
        <p:spPr>
          <a:xfrm>
            <a:off x="5593080" y="4023360"/>
            <a:ext cx="17678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</a:rPr>
              <a:t>06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593080" y="4617720"/>
            <a:ext cx="17678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Works offline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Install on phone, no login needed</a:t>
            </a:r>
          </a:p>
        </p:txBody>
      </p:sp>
      <p:sp>
        <p:nvSpPr>
          <p:cNvPr id="132" name="Card 132"/>
          <p:cNvSpPr/>
          <p:nvPr/>
        </p:nvSpPr>
        <p:spPr>
          <a:xfrm>
            <a:off x="7955280" y="1371600"/>
            <a:ext cx="3657600" cy="45720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</p:sp>
      <p:sp>
        <p:nvSpPr>
          <p:cNvPr id="133" name="Text 133"/>
          <p:cNvSpPr txBox="1"/>
          <p:nvPr/>
        </p:nvSpPr>
        <p:spPr>
          <a:xfrm>
            <a:off x="8275320" y="173736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</a:rPr>
              <a:t>Live demo</a:t>
            </a:r>
          </a:p>
          <a:p>
            <a:pPr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</a:rPr>
              <a:t>dailydutch.vercel.app</a:t>
            </a:r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Open it on any phone or laptop. No login, no ads, free.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Demo: today's lesson → exercise → listen → review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ilyDutch">
  <a:themeElements>
    <a:clrScheme name="DailyDutch">
      <a:dk1>
        <a:srgbClr val="1B2233"/>
      </a:dk1>
      <a:lt1>
        <a:srgbClr val="FFFFFF"/>
      </a:lt1>
      <a:dk2>
        <a:srgbClr val="5A6275"/>
      </a:dk2>
      <a:lt2>
        <a:srgbClr val="F3F4F7"/>
      </a:lt2>
      <a:accent1>
        <a:srgbClr val="E8650A"/>
      </a:accent1>
      <a:accent2>
        <a:srgbClr val="1B2233"/>
      </a:accent2>
      <a:accent3>
        <a:srgbClr val="2E8B57"/>
      </a:accent3>
      <a:accent4>
        <a:srgbClr val="C0392B"/>
      </a:accent4>
      <a:accent5>
        <a:srgbClr val="A0610A"/>
      </a:accent5>
      <a:accent6>
        <a:srgbClr val="7A8296"/>
      </a:accent6>
      <a:hlink>
        <a:srgbClr val="E8650A"/>
      </a:hlink>
      <a:folHlink>
        <a:srgbClr val="A64B0A"/>
      </a:folHlink>
    </a:clrScheme>
    <a:fontScheme name="DailyDu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DailyDutch — Final Presentation</dc:title>
  <dc:subject>PptxGenJS Presentation</dc:subject>
  <dc:creator>Tobbisch Amiri</dc:creator>
  <cp:lastModifiedBy>Tobbisch Amiri</cp:lastModifiedBy>
  <cp:revision>1</cp:revision>
  <dcterms:created xsi:type="dcterms:W3CDTF">2026-10-28T09:30:29Z</dcterms:created>
  <dcterms:modified xsi:type="dcterms:W3CDTF">2026-10-28T09:30:29Z</dcterms:modified>
</cp:coreProperties>
</file>