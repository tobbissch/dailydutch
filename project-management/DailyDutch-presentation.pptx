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yourself and the project in one sentence: DailyDutch is a free website that teaches Dutch from zero to everyday level in 120 short daily lessons. I ran this project alone, from 15 to 29 October, and I'll walk through it the way we studied: charter, scope, stakeholders, plan, risks, testing and launch, and closure.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charter is the one-page agreement that started the project. The business case: newcomers need Dutch quickly, and most apps cost money, need an account, or use words you haven't learned yet. Objectives were set SMART: 120 lessons, only already-taught words, a review system, works on a phone, and online for free — all by 29 October with zero budget.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Writing down what is out of scope protected the two-week timeline. Accounts or a mobile app store version would need servers, privacy work and money — so they were explicitly excluded and parked as ideas for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lecturer has high power and high interest, so I managed that relationship closely with updates and the final sign-off. Learners and test users have high interest but low power: I kept them informed and collected their feedback during testing. The hosting provider and the open-data sources: keep satisfied and monitor — stay within the free plan and credit the 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 was split into eight phases over fifteen days. Planning came first, then a small working version to prove the idea, then the full content, then a full testing day before going live on 28 October. The last day is closure: this presentation, lessons learned and sign-off. Everything was delivered on schedule.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Risks were scored on probability times impact, from 1 to 5 each. The two biggest — running out of time as a one-person team, and mistakes in the Dutch — were handled with a small first version and a dedicated testing day. Being a solo project was itself a risk: no backup person, so the plan kept a buffer day for testing.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Quality was checked in three ways: an automatic check that blocks any lesson using a word that wasn't taught yet, a full read-through of the lessons, and a day of real use on phone and laptop. On 28 October the website was published on Vercel, a free hosting service: every update I save is published automatically. Learners simply open the link, and can add it to their phone's home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five objectives were met on time and within the zero budget, and the Definition of Done is complete: built, tested, live and presented. What I'd keep: start small, write down what's out of scope, and automate the most important quality rule. What I'd change: test with real users and go live earlier instead of at the end, and write the charter and risk list before starting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DailyDutch · Tobbisch Amiri · SRH Haarlem · Project Management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DailyDutch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Free daily Dutch lessons for newcomers — a project from idea to launch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4864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Tobbisch Amiri · Project Management · SRH Haarlem University of Applied Sciences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15 – 29 October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charter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5120640" cy="4663440"/>
          </a:xfrm>
          <a:prstGeom prst="roundRect">
            <a:avLst>
              <a:gd name="adj" fmla="val 235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68680" y="1645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Why this project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2194560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International students and newcomers need everyday Dutch fast. Most apps cost money, need an account, or use words the learner has never seen.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Goal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251960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 free website with one short Dutch lesson per day — no login, no ads.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943600" y="1371600"/>
            <a:ext cx="274320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172200" y="15361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Project manager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172200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Tobbisch Amiri (solo)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823960" y="1371600"/>
            <a:ext cx="274320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052560" y="15361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Sponsor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052560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Course lecturer, SRH Haarlem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943600" y="2514600"/>
            <a:ext cx="274320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172200" y="26791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Timeline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172200" y="2971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15 – 29 October 2026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823960" y="2514600"/>
            <a:ext cx="274320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052560" y="26791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Budget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9052560" y="2971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€0 (free tools and hosting)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0" y="3794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SMART objectives (all by 29 Oct)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943600" y="4206240"/>
            <a:ext cx="5669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120 daily lessons, beginner to A2 level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Every sentence uses only words already taught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Built-in review so words are remembered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Works on a phone, also offline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Online and free for everyone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Scope: in and out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6583680" cy="466344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68680" y="16459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In scope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2240280"/>
            <a:ext cx="6035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120 daily lessons: words, grammar, conversation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Review of learned words (spaced repetition)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Personal word list and daily streak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Listen to Dutch pronunciation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Use on phone, also offline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Testing and public launch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7406640" y="1371600"/>
            <a:ext cx="4251960" cy="46634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26680" y="16459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4"/>
                </a:solidFill>
              </a:rPr>
              <a:t>Out of scope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2240280"/>
            <a:ext cx="3657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2"/>
                </a:solidFill>
              </a:rPr>
              <a:t>User accounts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2"/>
                </a:solidFill>
              </a:rPr>
              <a:t>Payments or ads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2"/>
                </a:solidFill>
              </a:rPr>
              <a:t>App-store apps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2"/>
                </a:solidFill>
              </a:rPr>
              <a:t>Advanced levels (B1+)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2"/>
                </a:solidFill>
              </a:rPr>
              <a:t>Teacher dashboards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Stakeholders: power × interest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1463040" y="1371600"/>
            <a:ext cx="49377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737360" y="16459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Keep satisfied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737360" y="224028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Hosting provider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Stay within the free plan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537960" y="1371600"/>
            <a:ext cx="4937760" cy="2240280"/>
          </a:xfrm>
          <a:prstGeom prst="roundRect">
            <a:avLst>
              <a:gd name="adj" fmla="val 489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12280" y="16459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Manage closely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6812280" y="224028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Course lecturer (sponsor)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Updates, approval, sign-off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1463040" y="3749040"/>
            <a:ext cx="49377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737360" y="40233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Monitor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1737360" y="461772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Open-data sources (word lists)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Correct credit to the source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6537960" y="3749040"/>
            <a:ext cx="49377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12280" y="40233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Keep informed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6812280" y="461772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Learners, classmates, test users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Try the app, give feedback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29260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Power ↑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669280" y="6080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Interest →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and schedule: 15 – 29 October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3840480" y="1325880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15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4352544" y="1325880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16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864608" y="1325880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17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376672" y="1325880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18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888736" y="1325880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19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1325880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912864" y="1325880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424928" y="1325880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22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936992" y="1325880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23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449056" y="1325880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24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961120" y="1325880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25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9473184" y="1325880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26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985248" y="1325880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27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0497312" y="1325880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28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1009376" y="1325880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29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1325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October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48640" y="1645920"/>
            <a:ext cx="10972800" cy="5029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176479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Initiation: idea, charter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3877056" y="1755648"/>
            <a:ext cx="438912" cy="329184"/>
          </a:xfrm>
          <a:prstGeom prst="roundRect">
            <a:avLst>
              <a:gd name="adj" fmla="val 2222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85800" y="226771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Planning: scope, stakeholders, risks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389120" y="2258568"/>
            <a:ext cx="950976" cy="329184"/>
          </a:xfrm>
          <a:prstGeom prst="roundRect">
            <a:avLst>
              <a:gd name="adj" fmla="val 2222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48640" y="2651760"/>
            <a:ext cx="10972800" cy="5029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277063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Design: lesson format and structure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413248" y="2761488"/>
            <a:ext cx="1463040" cy="329184"/>
          </a:xfrm>
          <a:prstGeom prst="roundRect">
            <a:avLst>
              <a:gd name="adj" fmla="val 2222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85800" y="327355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Build first version + first lessons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949440" y="3264408"/>
            <a:ext cx="1975104" cy="329184"/>
          </a:xfrm>
          <a:prstGeom prst="roundRect">
            <a:avLst>
              <a:gd name="adj" fmla="val 2222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48640" y="3657600"/>
            <a:ext cx="10972800" cy="5029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85800" y="3776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All 120 lessons, audio, phone use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8997696" y="3767328"/>
            <a:ext cx="950976" cy="329184"/>
          </a:xfrm>
          <a:prstGeom prst="roundRect">
            <a:avLst>
              <a:gd name="adj" fmla="val 2222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85800" y="427939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Testing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10021824" y="4270248"/>
            <a:ext cx="438912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48640" y="4663440"/>
            <a:ext cx="10972800" cy="5029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85800" y="478231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Launch (deployment)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10533888" y="4773168"/>
            <a:ext cx="438912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85800" y="528523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Closure: presentation, sign-off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11045952" y="5276088"/>
            <a:ext cx="438912" cy="329184"/>
          </a:xfrm>
          <a:prstGeom prst="roundRect">
            <a:avLst>
              <a:gd name="adj" fmla="val 2222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48640" y="58521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Milestones reached on time: charter approved 15 Oct · first version 24 Oct · tested 27 Oct · live 28 Oct · closed 29 Oct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management</a:t>
            </a:r>
            <a:endParaRPr lang="en-US" sz="3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1188720"/>
                <a:gridCol w="530352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2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2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2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finished in two weeks (one-person team)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first version, then expand; fixed daily plan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4F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 mistakes in the lessons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Automatic word check + full read-through on test day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 creep (accounts, apps, more levels)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A0610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Clear out-of-scope list, ideas parked for later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4F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lose progress on a new device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A0610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Accepted: no accounts by design, explained to users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Launch problems with hosting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Free, simple hosting; can move to another host in minutes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4F7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Score = probability × impact. All risks had an owner (Tobbisch Amiri) and were reviewed daily.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 and launch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53492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68680" y="16459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Testing · 27 Oct</a:t>
            </a:r>
            <a:endParaRPr lang="en-US" sz="210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224028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Automatic check: every lesson uses only words already taught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Read-through of all 120 lessons for language and story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Real-use test on phone and laptop; small fixes made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263640" y="1371600"/>
            <a:ext cx="5349240" cy="3246120"/>
          </a:xfrm>
          <a:prstGeom prst="roundRect">
            <a:avLst>
              <a:gd name="adj" fmla="val 338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83680" y="16459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Launch · 28 Oct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6583680" y="224028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Published online with Vercel (free hosting)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Every saved update goes live automatically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Learners open one link — no login, can install on phone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84632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120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5577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lessons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383280" y="484632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1,822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3383280" y="5577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words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6217920" y="484632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15" name="Text 12"/>
          <p:cNvSpPr txBox="1"/>
          <p:nvPr/>
        </p:nvSpPr>
        <p:spPr>
          <a:xfrm>
            <a:off x="6217920" y="5577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untaught-word errors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9052560" y="484632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€0</a:t>
            </a:r>
            <a:endParaRPr lang="en-US" sz="4000" dirty="0"/>
          </a:p>
        </p:txBody>
      </p:sp>
      <p:sp>
        <p:nvSpPr>
          <p:cNvPr id="17" name="Text 14"/>
          <p:cNvSpPr txBox="1"/>
          <p:nvPr/>
        </p:nvSpPr>
        <p:spPr>
          <a:xfrm>
            <a:off x="9052560" y="5577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cost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Closure: results and lessons learned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3566160" cy="4206240"/>
          </a:xfrm>
          <a:prstGeom prst="roundRect">
            <a:avLst>
              <a:gd name="adj" fmla="val 307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68680" y="16916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/ 5</a:t>
            </a:r>
            <a:endParaRPr lang="en-US" sz="600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28346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objectives met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on time · €0 budget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Definition of Done complete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4343400" y="1371600"/>
            <a:ext cx="3566160" cy="42062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61772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Keep doing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617720" y="2240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Start small, then grow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Write down what is out of scope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Automate the key quality rule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8138160" y="1371600"/>
            <a:ext cx="3520440" cy="420624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412480" y="1645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Do better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8412480" y="2240280"/>
            <a:ext cx="3063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Test with real users earlier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Go live early, not at the end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Charter and risks before any work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Dank je wel — questions?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ailyDutch">
  <a:themeElements>
    <a:clrScheme name="DailyDutch">
      <a:dk1>
        <a:srgbClr val="1B2233"/>
      </a:dk1>
      <a:lt1>
        <a:srgbClr val="FFFFFF"/>
      </a:lt1>
      <a:dk2>
        <a:srgbClr val="5A6275"/>
      </a:dk2>
      <a:lt2>
        <a:srgbClr val="F3F4F7"/>
      </a:lt2>
      <a:accent1>
        <a:srgbClr val="E8650A"/>
      </a:accent1>
      <a:accent2>
        <a:srgbClr val="1B2233"/>
      </a:accent2>
      <a:accent3>
        <a:srgbClr val="2E8B57"/>
      </a:accent3>
      <a:accent4>
        <a:srgbClr val="C0392B"/>
      </a:accent4>
      <a:accent5>
        <a:srgbClr val="A0610A"/>
      </a:accent5>
      <a:accent6>
        <a:srgbClr val="7A8296"/>
      </a:accent6>
      <a:hlink>
        <a:srgbClr val="E8650A"/>
      </a:hlink>
      <a:folHlink>
        <a:srgbClr val="A64B0A"/>
      </a:folHlink>
    </a:clrScheme>
    <a:fontScheme name="DailyDutch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DailyDutch — Final Presentation</dc:title>
  <dc:subject>PptxGenJS Presentation</dc:subject>
  <dc:creator>Tobbisch Amiri</dc:creator>
  <cp:lastModifiedBy>Tobbisch Amiri</cp:lastModifiedBy>
  <cp:revision>1</cp:revision>
  <dcterms:created xsi:type="dcterms:W3CDTF">2026-10-28T09:30:29Z</dcterms:created>
  <dcterms:modified xsi:type="dcterms:W3CDTF">2026-10-28T09:30:29Z</dcterms:modified>
</cp:coreProperties>
</file>